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7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E8CCB-6530-44CF-A0FD-40EB5EB63736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65F0A-D99D-491D-8810-70D641627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85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9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96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1/28/2022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702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Lesson 9: Operators, </a:t>
            </a:r>
            <a:r>
              <a:rPr lang="en-US" sz="4800" dirty="0" err="1">
                <a:latin typeface="Roboto" panose="02000000000000000000" pitchFamily="2" charset="0"/>
                <a:ea typeface="Roboto" panose="02000000000000000000" pitchFamily="2" charset="0"/>
              </a:rPr>
              <a:t>Logicals</a:t>
            </a:r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, and Matrices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9826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CPT James MacGibbon- DSE- Instructor</a:t>
            </a:r>
          </a:p>
        </p:txBody>
      </p:sp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Objectives:</a:t>
            </a:r>
          </a:p>
          <a:p>
            <a:pPr marL="800100" lvl="1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Define and use variables within the R environment</a:t>
            </a:r>
          </a:p>
          <a:p>
            <a:pPr marL="457200" lvl="1" indent="0">
              <a:buNone/>
            </a:pP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Determine a variable’s basic data type</a:t>
            </a:r>
          </a:p>
          <a:p>
            <a:pPr marL="457200" lvl="1" indent="0">
              <a:buNone/>
            </a:pP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Create, name, and manipulate matrices</a:t>
            </a:r>
            <a:r>
              <a:rPr lang="en-US" sz="20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95734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7"/>
            <a:ext cx="11246547" cy="5739725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Lesson 10: Data Structures (Factors, </a:t>
            </a:r>
            <a:r>
              <a:rPr lang="en-US" sz="3200" dirty="0" err="1"/>
              <a:t>DataFrames</a:t>
            </a:r>
            <a:r>
              <a:rPr lang="en-US" sz="3200" dirty="0"/>
              <a:t>, and Lists)</a:t>
            </a:r>
          </a:p>
          <a:p>
            <a:pPr marL="300038" lvl="1" indent="0">
              <a:buNone/>
            </a:pPr>
            <a:r>
              <a:rPr lang="en-US" sz="2900" dirty="0"/>
              <a:t>	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 Understand what a factor type is and how to use it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2. Create, manipulate, and sort 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dataframe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3. Create and manipulate a list</a:t>
            </a:r>
            <a:r>
              <a:rPr lang="en-US" sz="2400" dirty="0"/>
              <a:t> </a:t>
            </a:r>
            <a:endParaRPr lang="en-US" sz="2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Watch your videos!</a:t>
            </a:r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3729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9F96ABBCDFA04DB6123AB6A6DD08D0" ma:contentTypeVersion="12" ma:contentTypeDescription="Create a new document." ma:contentTypeScope="" ma:versionID="ca3113280bb2957c2296a5c9010bae99">
  <xsd:schema xmlns:xsd="http://www.w3.org/2001/XMLSchema" xmlns:xs="http://www.w3.org/2001/XMLSchema" xmlns:p="http://schemas.microsoft.com/office/2006/metadata/properties" xmlns:ns2="6551d9d5-e9f6-4960-ab8e-c1406d75648e" xmlns:ns3="9b01faea-81f9-434f-a18b-cfa3216b46b7" targetNamespace="http://schemas.microsoft.com/office/2006/metadata/properties" ma:root="true" ma:fieldsID="c8c9c254b0352230e85d585b4e1aaaff" ns2:_="" ns3:_="">
    <xsd:import namespace="6551d9d5-e9f6-4960-ab8e-c1406d75648e"/>
    <xsd:import namespace="9b01faea-81f9-434f-a18b-cfa3216b46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51d9d5-e9f6-4960-ab8e-c1406d7564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1faea-81f9-434f-a18b-cfa3216b46b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252CA9-E35A-4101-9DF9-85E9D2510B55}"/>
</file>

<file path=customXml/itemProps2.xml><?xml version="1.0" encoding="utf-8"?>
<ds:datastoreItem xmlns:ds="http://schemas.openxmlformats.org/officeDocument/2006/customXml" ds:itemID="{B5F9CD81-DF86-42B4-811F-4C7CA989CAFC}"/>
</file>

<file path=customXml/itemProps3.xml><?xml version="1.0" encoding="utf-8"?>
<ds:datastoreItem xmlns:ds="http://schemas.openxmlformats.org/officeDocument/2006/customXml" ds:itemID="{B577EA33-D37C-4286-962A-258E4284CDD9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108</Words>
  <Application>Microsoft Office PowerPoint</Application>
  <PresentationFormat>Widescreen</PresentationFormat>
  <Paragraphs>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9: Operators, Logicals, and Matrices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9: Operators, Logicals, and Matrices</dc:title>
  <dc:creator>MacGibbon, James E CPT</dc:creator>
  <cp:lastModifiedBy>MacGibbon, James E CPT</cp:lastModifiedBy>
  <cp:revision>1</cp:revision>
  <dcterms:created xsi:type="dcterms:W3CDTF">2022-01-28T13:12:48Z</dcterms:created>
  <dcterms:modified xsi:type="dcterms:W3CDTF">2022-01-28T13:16:14Z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0x0101009A9F96ABBCDFA04DB6123AB6A6DD08D0</vt:lpwstr>
  </property>
</Properties>
</file>